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rimson Pro SemiBold" pitchFamily="2" charset="77"/>
      <p:regular r:id="rId12"/>
      <p:bold r:id="rId13"/>
    </p:embeddedFont>
    <p:embeddedFont>
      <p:font typeface="Heebo" pitchFamily="2" charset="-79"/>
      <p:regular r:id="rId14"/>
    </p:embeddedFont>
    <p:embeddedFont>
      <p:font typeface="Heebo Bold" pitchFamily="2" charset="-79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285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7648"/>
            <a:ext cx="1762775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244302"/>
            <a:ext cx="21455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 AI HACKATHON 2.0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50392"/>
            <a:ext cx="10868745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for Industrial Knowledge Intelligence: Unified Asset &amp; Operations Brain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661475" y="427940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Aaditya Dev Sharma</a:t>
            </a:r>
            <a:endParaRPr lang="en-US" sz="2950" dirty="0"/>
          </a:p>
        </p:txBody>
      </p:sp>
      <p:sp>
        <p:nvSpPr>
          <p:cNvPr id="6" name="Shape 4"/>
          <p:cNvSpPr/>
          <p:nvPr/>
        </p:nvSpPr>
        <p:spPr>
          <a:xfrm>
            <a:off x="661475" y="5082580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4C4C4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1475" y="536783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Industrial plants lose millions every year because the right information is trapped in the wrong place. We built the solution.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6575"/>
            <a:ext cx="987599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2159" y="581918"/>
            <a:ext cx="141581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458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35% of an engineer's day is wasted searching for answers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468438"/>
            <a:ext cx="8694818" cy="4852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6476"/>
            <a:ext cx="1019249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2159" y="581819"/>
            <a:ext cx="144746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1448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One Brain. Three Agents. Instant Answers.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468338"/>
            <a:ext cx="8694917" cy="48530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4257"/>
            <a:ext cx="1028377" cy="226219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0769" y="608905"/>
            <a:ext cx="1459372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730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Two-Phase Hybrid RAG Pipeline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741" y="1478260"/>
            <a:ext cx="8556213" cy="48154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7544"/>
            <a:ext cx="1077687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5093" y="704354"/>
            <a:ext cx="1540035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KNOWLEDGE GRAPH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8602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Living Map of Your Plant's Institutional Knowledge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461591"/>
            <a:ext cx="3385854" cy="224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graph reveals </a:t>
            </a:r>
            <a:r>
              <a:rPr lang="en-US" sz="12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hidden relationships invisible in spreadsheets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like which failure mode has recurred across three different machines in six months.</a:t>
            </a:r>
            <a:endParaRPr lang="en-US" sz="12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🟣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Equipment nodes linked to OEM manuals </a:t>
            </a:r>
            <a:r>
              <a:rPr lang="en-US" sz="12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(HASMANUAL)</a:t>
            </a:r>
            <a:endParaRPr lang="en-US" sz="1200" dirty="0"/>
          </a:p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🔴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Equipment nodes linked to historical failure modes </a:t>
            </a:r>
            <a:r>
              <a:rPr lang="en-US" sz="12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(HASFAILURE)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🔵</a:t>
            </a: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Failure modes cross-referenced to regulatory manuals </a:t>
            </a:r>
            <a:r>
              <a:rPr lang="en-US" sz="12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(DOCUMENTEDIN)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296" y="1479550"/>
            <a:ext cx="4495092" cy="4387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53312" y="5956399"/>
            <a:ext cx="779274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165"/>
            <a:ext cx="1336145" cy="226219"/>
          </a:xfrm>
          <a:prstGeom prst="roundRect">
            <a:avLst>
              <a:gd name="adj" fmla="val 7896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0769" y="569813"/>
            <a:ext cx="1767141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9821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Production-Grade Stack. Fully Local. Zero Cloud Inference Cost.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439168"/>
            <a:ext cx="8694917" cy="4893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5135"/>
            <a:ext cx="798790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5093" y="641945"/>
            <a:ext cx="1261138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BENCHMARKS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2361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Rigorously Evaluated Against 20 Real Engineering Queries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943" y="1327348"/>
            <a:ext cx="6581809" cy="36735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090716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single query was answered correctly, with the exact source cited, in under 2 seconds.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23922" y="5404048"/>
            <a:ext cx="171743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9.1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61475" y="585093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 LLM Grader Score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1475" y="609074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 of 10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66061" y="5404048"/>
            <a:ext cx="171743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100%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3403614" y="585093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03614" y="609074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Across all 20 queries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08200" y="5404048"/>
            <a:ext cx="171743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1.84s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6145753" y="585093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 Response Latency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45753" y="609074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End-to-end inference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350340" y="5404048"/>
            <a:ext cx="1717434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100%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8887892" y="585093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Citation Accuracy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87892" y="609074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Page-level attribution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495"/>
            <a:ext cx="945233" cy="180777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2811" y="595114"/>
            <a:ext cx="1412145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IMPACT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70235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$2.4M Estimated Annual ROI per 1,000-Employee Plant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156" y="1254522"/>
            <a:ext cx="6205382" cy="3463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4802287"/>
            <a:ext cx="10868745" cy="1218009"/>
          </a:xfrm>
          <a:prstGeom prst="roundRect">
            <a:avLst>
              <a:gd name="adj" fmla="val 146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1475" y="5108377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61475" y="5411291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1475" y="5714206"/>
            <a:ext cx="10868745" cy="743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10322" y="4802287"/>
            <a:ext cx="7439" cy="12180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67096" y="4802287"/>
            <a:ext cx="7439" cy="121800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884" y="4859933"/>
            <a:ext cx="47108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Metric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132458" y="4859933"/>
            <a:ext cx="36220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Before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89232" y="4859933"/>
            <a:ext cx="362526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After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6884" y="5162848"/>
            <a:ext cx="47108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Time to Repair (MTTR)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132458" y="5162848"/>
            <a:ext cx="36220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4.2 hrs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389232" y="5162848"/>
            <a:ext cx="362526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FF95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2.9 hrs (−30%)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86884" y="5465763"/>
            <a:ext cx="47108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 Search Time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132458" y="5465763"/>
            <a:ext cx="36220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45 min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89232" y="5465763"/>
            <a:ext cx="362526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FF95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 min (−82%)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86884" y="5768677"/>
            <a:ext cx="47108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Audit Preparation Time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132458" y="5768677"/>
            <a:ext cx="362208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days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389232" y="5768677"/>
            <a:ext cx="3625263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b="1" dirty="0">
                <a:solidFill>
                  <a:srgbClr val="FF954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 hours (−90%)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61475" y="6104533"/>
            <a:ext cx="11478330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30% MTTR reduction alone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recovers the platform cost in under 3 months.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4612"/>
            <a:ext cx="156999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601266"/>
            <a:ext cx="195277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ROADMAP &amp; CLOSE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73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Built in 3 Weeks. Ready to Scale.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94098"/>
            <a:ext cx="7357581" cy="41065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86563" y="1951534"/>
            <a:ext cx="3049908" cy="2457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"Every plant deserves an engineer who never sleeps, never forgets, and always cites their sources."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152D4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have a working prototype, a validated benchmark, and a clear path to enterprise scale.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D47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Thank you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</Words>
  <Application>Microsoft Macintosh PowerPoint</Application>
  <PresentationFormat>Widescreen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Heebo Bold</vt:lpstr>
      <vt:lpstr>Heebo</vt:lpstr>
      <vt:lpstr>Crimson Pro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AADITYA DEV SHARMA IIMBG</cp:lastModifiedBy>
  <cp:revision>2</cp:revision>
  <dcterms:created xsi:type="dcterms:W3CDTF">2026-07-22T14:29:56Z</dcterms:created>
  <dcterms:modified xsi:type="dcterms:W3CDTF">2026-07-22T14:36:34Z</dcterms:modified>
</cp:coreProperties>
</file>